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L_LIGHTRAG</a:t>
            </a:r>
          </a:p>
          <a:p>
            <a:r>
              <a:t>Tier: TIER_4_INFERENCE_AGENTS</a:t>
            </a:r>
          </a:p>
          <a:p>
            <a:r>
              <a:t>Identity: Upstream HKUDS/LightRAG @ 453dce83d6d0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HKUDS/LightRAG |</a:t>
            </a:r>
          </a:p>
          <a:p>
            <a:r>
              <a:t>| Commit | 453dce83d6d0354a06e46c8d4029a0895c4e054b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26.71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L_LIGHTRAG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