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Upstream Provenance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L_LIGHTRAG</a:t>
            </a:r>
          </a:p>
          <a:p>
            <a:r>
              <a:t>Tier: TIER_4_INFERENCE_AGENTS</a:t>
            </a:r>
          </a:p>
          <a:p>
            <a:r>
              <a:t>Identity: Upstream HKUDS/LightRAG @ 453dce83d6d0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Recorded identity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HKUDS/LightRAG |</a:t>
            </a:r>
          </a:p>
          <a:p>
            <a:r>
              <a:t>| Commit | 453dce83d6d0354a06e46c8d4029a0895c4e054b |</a:t>
            </a:r>
          </a:p>
          <a:p>
            <a:r>
              <a:t>| Upstream licence | MIT |</a:t>
            </a:r>
          </a:p>
          <a:p>
            <a:r>
              <a:t>| Licence class | permissive |</a:t>
            </a:r>
          </a:p>
          <a:p>
            <a:r>
              <a:t>| Clone size | 26.71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Obligation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L_LIGHTRAG is vendored under MIT (permissive). Any Anticloud edit to</a:t>
            </a:r>
          </a:p>
          <a:p>
            <a:r>
              <a:t>the vendored tree is a derivative work and is tracked in</a:t>
            </a:r>
          </a:p>
          <a:p>
            <a:r>
              <a:t>anticloud-edits.json; the notice of changes is at the project NOTICE.md.</a:t>
            </a:r>
          </a:p>
          <a:p>
            <a:r>
              <a:t>Where the licence class is unknown, no edit may be applied until the</a:t>
            </a:r>
          </a:p>
          <a:p>
            <a:r>
              <a:t>licence is identified, because the absence of a licence is not a grant.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